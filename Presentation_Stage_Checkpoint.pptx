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POINT D'AVANCEMENT &amp; CHECKPOINT DU PROJET</a:t>
            </a:r>
          </a:p>
          <a:p>
            <a:pPr>
              <a:spcBef>
                <a:spcPts val="1000"/>
              </a:spcBef>
              <a:defRPr sz="2600" b="1">
                <a:solidFill>
                  <a:srgbClr val="FFFFFF"/>
                </a:solidFill>
              </a:defRPr>
            </a:pPr>
            <a:r>
              <a:t>Développement d'un Système Autonome de Détection et Diagnostic d'Anomalies (Edge AI &amp; RAG)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</a:defRPr>
            </a:pPr>
            <a:r>
              <a:t>Application à la maintenance prédictive des roulements à billes (Dataset CWRU)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DE FIN D'ÉTUDES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1. Contexte Industrial &amp; Objectifs du 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Problématique Industrielle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Les pannes non planifiées de roulements sur moteurs critiques coûtent très cher.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Le streaming continu de signaux bruts vers le Cloud pose des problèmes de coût de bande passante et de confidentialité.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Besoin d'une solution autonome directement implantable au pied de la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Objectifs Réalisés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Déploiement Edge AI ultra-rapide (&lt; 1 ms) pour une décision en temps réel.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Extraction de 16 indicateurs physiques temporels et spectraux (FFT).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Intégration d'un Assistant RAG d'explicabilité (Sentence-Transformers).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Génération automatique de Rapports de Maintenance PDF.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DE FIN D'ÉTUDES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2. Dataset CWRU &amp; Simulation de Perturbations Réelles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Composition du Jeu de Données CWRU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Roulement SKF 6205-2RS côté entraînement (Drive End).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Vitesse de rotation : 1797 RPM (~29.95 Hz).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Fréquence d'échantillonnage : 12 000 Hz.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10 Scénarios : 1 Normal + 9 Anomalies (Bague Interne BPFI, Bague Externe BPFO, Bille BSF avec 3 sévérités).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1 200 000 points temporels de vibrations.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Bruitage &amp; Perturbations Hybrides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Bruit Gaussien Blanc (SNR 12-15 dB) pour simuler l'environnement moteur.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Dérive basse fréquence pour simuler l'échauffement thermique du capteur.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Pertes de paquets / zéros (2%) pour simuler des micro-coupures IoT.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Spikes impulsionnels pour simuler les parasites électriques d'usine.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DE FIN D'ÉTUDES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3. Traitement du Signal &amp; Extraction de Caractéristiques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Découpage en Fenêtres &amp; 16 Indicateurs Physiques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Fenêtrage glissant de 1024 points (~85 ms) avec 50% de chevauchement (2320 fenêtres d'apprentissage).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12 Indicateurs Temporels &amp; Statistiques : Moyenne, RMS, Variance, Min, Max, Peak-to-Peak, Énergie, Skewness, Kurtosis (chocs), Crest Factor, Impulse Factor.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4 Indicateurs Fréquentiels FFT : Énergie Spectrale, Fréquence Dominante (Hz), Centre de Gravité Spectral (Centroid), Étalement Spectral.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Standardisation StandardScaler (μ=0, σ=1) pour équilibrer les échelles de grandeurs.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DE FIN D'ÉTUDES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4. Benchmark des Modèles IA &amp; Modèle Vainqueur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Résultats du Benchmark d'Inférence Edge AI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 Gradient Boosting (Gagnant) : Latence 0.22 ms | Taille 30.6 KB | F1-Score 97.8% 🏆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 1D-CNN Compact PyTorch : Latence 0.54 ms | Taille 11.3 KB | F1-Score 96.7%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 Random Forest Légers : Latence 1.22 ms | Taille 20.1 KB | F1-Score 99.4%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 Autoencodeur PyTorch : Latence 0.85 ms | Taille 15.2 KB | F1-Score 92.1%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 Isolation Forest : Latence 1.21 ms | Taille 573.3 KB | F1-Score 94.7%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Conclusion : Le Gradient Boosting offre le meilleur compromis Vitesse/Taille/Précision pour le Raspberry 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DE FIN D'ÉTUDES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5. Explicabilité XAI &amp; Agent IA RAG Maintenance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Explicabilité XAI (Feature Importance)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Calcul en direct des contributions de chaque caractéristique physique.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Visualisation sur le Dashboard (ex: 44.5% Kurtosis, 28.2% FFT, 14.8% RMS).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Prouve au technicien la cause physique exacte de la prédiction.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Agent RAG (Sentence-Transformers)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Indexation sémantique de 11 documents de référence (D1 à D11).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Synthèse automatique d'un Plan d'Action de Maintenance.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Gestion des salutations et des questions techniques ouvertes du technicien.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Procédure de réparation détaillée étape par étape (Sécurité LOTO, graissage, chauffe par induction).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DE FIN D'ÉTUDES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6. Architecture Logicielle &amp; Interface Web (Dashboard)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Backend API (FastAPI)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FastAPI asynchrone ultra-rapide.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Endpoints : /api/predict/simulate, /api/signal/sample, /api/chat, /api/report/pdf.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Calcul du spectre FFT en direct (0-500 Hz).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Frontend Dashboard (React + Vite)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Interface web moderne sombre type Salle de Contrôle Usine 4.0.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Graphique du signal vibratoire temporel en temps réel.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Graphique d'Analyse Spectrale FFT avec pics BPFI/BPFO/BSF.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Barres de progression XAI &amp; Chatbot RAG interactif.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DE FIN D'ÉTUDES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7. Génération Automatique de Rapports 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070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Rapport de Diagnostic de Maintenance Officiel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Module de génération PDF développé avec ReportLab (api/report_generator.py).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Téléchargement en 1 clic depuis le Dashboard React (Bouton PDF Rapport).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Contenu du rapport : Horodatage précis, métriques du modèle Gradient Boosting, score de confiance, explication physique RAG et tableau encadré des consignes de sécurité LOTO et de maintenance préventive.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DE FIN D'ÉTUDES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8. État d'Avancement &amp; Prochaine Étape (Matériel Réel)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Ce qui est 100% Terminé (Logiciel &amp; IA)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Prétraitement et fenêtrage des données CWRU.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Entraînement et benchmark des 5 modèles IA.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Système RAG et explicabilité XAI.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API FastAPI, Dashboard React et Rapports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Prochaine Étape (Connexion Matérielle)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Raccordement physique de l'accéléromètre (ADXL335 / MPU6050).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Connexion du convertisseur ADC (ADS1115) au Raspberry Pi.</a:t>
            </a:r>
          </a:p>
          <a:p>
            <a:pPr>
              <a:spcBef>
                <a:spcPts val="400"/>
              </a:spcBef>
              <a:defRPr sz="1200">
                <a:solidFill>
                  <a:srgbClr val="1E293B"/>
                </a:solidFill>
              </a:defRPr>
            </a:pPr>
            <a:r>
              <a:t>• Déploiement de l'API sur le Raspberry Pi OS 64-bit pour validation sur banc de 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MERCI POUR VOTRE ATTENTION</a:t>
            </a:r>
          </a:p>
          <a:p>
            <a:pPr algn="ctr"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Avez-vous des questions ou des remarques sur cet avancement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
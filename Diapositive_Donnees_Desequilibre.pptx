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4552" cy="36576"/>
          </a:xfrm>
          <a:prstGeom prst="rect">
            <a:avLst/>
          </a:prstGeom>
          <a:solidFill>
            <a:srgbClr val="0078D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8D7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B55"/>
                </a:solidFill>
              </a:rPr>
              <a:t>Données CWRU, 4 Classes &amp; Gestion du Déséquilibre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474720" cy="4754880"/>
          </a:xfrm>
          <a:prstGeom prst="rect">
            <a:avLst/>
          </a:prstGeom>
          <a:solidFill>
            <a:srgbClr val="F5F9FF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78D7"/>
                </a:solidFill>
              </a:rPr>
              <a:t>1,2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B55"/>
                </a:solidFill>
              </a:rPr>
              <a:t>points vibratoires · 12 kHz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B55"/>
                </a:solidFill>
              </a:rPr>
              <a:t>4 Classes Physiques :
• Normal (Machine saine)
• Bague interne (BPFI - 162.2 Hz)
• Bague externe (BPFO - 107.4 Hz)
• Élément roulant (BSF - 47.1 Hz)
2 330 fenêtres extraites de 1024 points (FFT + 16 features).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474720" cy="4754880"/>
          </a:xfrm>
          <a:prstGeom prst="rect">
            <a:avLst/>
          </a:prstGeom>
          <a:solidFill>
            <a:srgbClr val="FFF5F5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</a:rPr>
              <a:t>⚠️ PROBLÉMATIQUE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5"/>
                </a:solidFill>
              </a:rPr>
              <a:t>Déséquilibre des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1111"/>
                </a:solidFill>
              </a:rPr>
              <a:t>En milieu industriel réel :
• La machine est saine &gt; 95% du temps.
• Les pannes sont critiques mais rares.
• Les données de défauts sont minoritaires.
❌ Risque majeur :
Un modèle standard apprendrait à prédire toujours 'Sain' avec 95% d'accuracy trompeuse tout en ignorant la panne fatale 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566160" cy="4754880"/>
          </a:xfrm>
          <a:prstGeom prst="rect">
            <a:avLst/>
          </a:prstGeom>
          <a:solidFill>
            <a:srgbClr val="F0FFF4"/>
          </a:solidFill>
          <a:ln w="19050">
            <a:solidFill>
              <a:srgbClr val="10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A35A"/>
                </a:solidFill>
              </a:rPr>
              <a:t>✅ SOLUTIONS APPLIQUÉES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5"/>
                </a:solidFill>
              </a:rPr>
              <a:t>Équilibrage &amp; Robustesse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6032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04415"/>
                </a:solidFill>
              </a:rPr>
              <a:t>1. Fenêtrage glissant avec overlap 50% :
   Multiplication des fenêtres de 1024 points (stride 512) sur les signaux de pannes.
2. Split Stratifié (80% / 10% / 10%) :
   Préservation stricte du ratio de chaque classe dans Train, Validation et Test.
3. Data Augmentation Hybride :
   Injection de bruit gaussien et dérives pour enrichir les pannes.
4. Évaluation par F1-Score (100%) :
   Métrique insensible au déséquilibre (vs simple Accuracy).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EDGE AI · MAINTENANCE PRÉDICTIVE IoT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